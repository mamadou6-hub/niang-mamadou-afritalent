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6" r:id="rId6"/>
    <p:sldId id="264" r:id="rId7"/>
    <p:sldId id="265" r:id="rId8"/>
    <p:sldId id="268" r:id="rId9"/>
    <p:sldId id="259" r:id="rId10"/>
    <p:sldId id="262" r:id="rId11"/>
    <p:sldId id="267" r:id="rId12"/>
    <p:sldId id="260" r:id="rId13"/>
    <p:sldId id="261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47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4" d="100"/>
          <a:sy n="64" d="100"/>
        </p:scale>
        <p:origin x="954" y="108"/>
      </p:cViewPr>
      <p:guideLst>
        <p:guide orient="horz" pos="4247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96746B-5CB4-8794-C39A-D3336B2CF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EC7A7D1-F07B-29B7-B3D6-E25A25ED4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3F1AC4-836F-11F6-B7D0-CC0E71CF5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F353-1331-494A-952C-22B22CE946C8}" type="datetimeFigureOut">
              <a:rPr lang="fr-SN" smtClean="0"/>
              <a:t>14/07/2026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83D879-97F1-B289-093D-95D846A5A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AD3ECF-1304-DA50-7340-FB7E29B6C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B4874-AC44-407E-B283-64BA420CC656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77826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02DDDA-5726-4633-6803-963BBDA21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46DA18-395C-B918-113D-B8F756EE7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A8E077-F93F-764B-105A-60555D57D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F353-1331-494A-952C-22B22CE946C8}" type="datetimeFigureOut">
              <a:rPr lang="fr-SN" smtClean="0"/>
              <a:t>14/07/2026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47E027B-6048-7D71-8B5C-F0621306C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C44BF8-3A9C-CD21-6CCC-F1E0AC1C6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B4874-AC44-407E-B283-64BA420CC656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171824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E6ECF2-D39E-72D5-58BD-9EF03A187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071E9C-162B-883F-E5B6-011DA1D10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586A7BC-8389-C170-E5C8-54E33C244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F353-1331-494A-952C-22B22CE946C8}" type="datetimeFigureOut">
              <a:rPr lang="fr-SN" smtClean="0"/>
              <a:t>14/07/2026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7858EF-7AC6-EF85-C856-650A7C468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8DCC97-3641-E553-2E15-1CABD5D13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B4874-AC44-407E-B283-64BA420CC656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691985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8B7F44-A044-60F9-F5A4-335D0FB53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2379A4-A659-F269-65ED-34B10B8EBD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ECB9E57-3DFB-A635-1BED-11F999F809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49996A9-379C-B1EB-9C19-A142202BC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F353-1331-494A-952C-22B22CE946C8}" type="datetimeFigureOut">
              <a:rPr lang="fr-SN" smtClean="0"/>
              <a:t>14/07/2026</a:t>
            </a:fld>
            <a:endParaRPr lang="fr-SN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10C1D56-CDD4-D074-8DFA-6F9AF0966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AB0DF3C-809B-4E7B-9FDC-AD37853DF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B4874-AC44-407E-B283-64BA420CC656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4017133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30BF3B-DB78-991F-F5F3-99E245C58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C162E4-9622-882C-B91E-AD15B3B82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D658BC3-9193-3CB1-AF21-F19F41FFC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45E7D89-9F8B-A03B-B02B-BC09DE816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DD788DE-1EB8-B4C8-CE66-FC8B3B2FBF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12A90CC-DC66-512D-1736-ADC6B789B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F353-1331-494A-952C-22B22CE946C8}" type="datetimeFigureOut">
              <a:rPr lang="fr-SN" smtClean="0"/>
              <a:t>14/07/2026</a:t>
            </a:fld>
            <a:endParaRPr lang="fr-SN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244C6B9-C7C5-2824-C69E-89BEE8A2F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03FFCD1-98ED-D627-26FF-BF809EAA1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B4874-AC44-407E-B283-64BA420CC656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694375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18EFE7-1666-A0C1-F216-4BEBB2ECA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14564B1-12CB-1A2D-F9C7-FF94F40EE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F353-1331-494A-952C-22B22CE946C8}" type="datetimeFigureOut">
              <a:rPr lang="fr-SN" smtClean="0"/>
              <a:t>14/07/2026</a:t>
            </a:fld>
            <a:endParaRPr lang="fr-SN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A5D642-D581-252F-9A0D-AA0D133AA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9D5DA02-FE53-582B-8834-D2FA9970D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B4874-AC44-407E-B283-64BA420CC656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658325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9B08CE4-B9E8-7D99-CED7-07E5D252C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F353-1331-494A-952C-22B22CE946C8}" type="datetimeFigureOut">
              <a:rPr lang="fr-SN" smtClean="0"/>
              <a:t>14/07/2026</a:t>
            </a:fld>
            <a:endParaRPr lang="fr-SN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3DF7EB6-D773-E325-3104-8BD1C207F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43FD42F-9053-A14A-4673-378166879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B4874-AC44-407E-B283-64BA420CC656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59218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DE3DD2-0A3D-1EE8-823E-CF22EB3CE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6AECA8-2C56-A835-2C84-A2EC8CFD1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7ABC886-927D-103E-B0F1-434C4CDF8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6A9A38E-174C-3B71-B2C7-D9BC90EF1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F353-1331-494A-952C-22B22CE946C8}" type="datetimeFigureOut">
              <a:rPr lang="fr-SN" smtClean="0"/>
              <a:t>14/07/2026</a:t>
            </a:fld>
            <a:endParaRPr lang="fr-SN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717AC95-28D0-423D-D3CB-7DD630C8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1C9C245-F978-3D5A-07FD-97A046E9C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B4874-AC44-407E-B283-64BA420CC656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403557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B79DE5-374C-AC91-A9A0-DD48B0984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04DCC20-924E-EDEF-3766-561BB4BC77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SN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A1DB984-C152-0F1A-8CB7-FF3663413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AA04D11-1CA0-BA74-9DE5-8F52940C4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F353-1331-494A-952C-22B22CE946C8}" type="datetimeFigureOut">
              <a:rPr lang="fr-SN" smtClean="0"/>
              <a:t>14/07/2026</a:t>
            </a:fld>
            <a:endParaRPr lang="fr-SN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8972CD4-E6FE-EE29-87D9-B0A5C7DFD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001E5BD-6A86-9433-BCBE-CA5997843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B4874-AC44-407E-B283-64BA420CC656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766133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E0E021-264D-D380-C7AC-79F71503C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D458B1E-477B-2F41-E766-38A7D31C66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869DE8-84DB-AC68-B579-674F4A590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F353-1331-494A-952C-22B22CE946C8}" type="datetimeFigureOut">
              <a:rPr lang="fr-SN" smtClean="0"/>
              <a:t>14/07/2026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E8C342-D1EF-F0AC-1F9E-C4357AA2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8EF28F-CFB4-72FE-82F0-ECDA01DE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B4874-AC44-407E-B283-64BA420CC656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616777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B5D9EEA-80A0-F4DB-A293-1F21622ABC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8EECEDB-8628-048A-5B03-53A0E6876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9C088D-C51B-E661-6604-DFB3E209C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F353-1331-494A-952C-22B22CE946C8}" type="datetimeFigureOut">
              <a:rPr lang="fr-SN" smtClean="0"/>
              <a:t>14/07/2026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3D0746-6A6E-0EDB-E6C7-C815F885F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950164-109E-7435-B6B9-8557B07DA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B4874-AC44-407E-B283-64BA420CC656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70782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FEA9497-B97A-3D99-1BCB-3D1BD5030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6496FB4-080D-AFB3-B6D6-12CC1FBB7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ACF4AD-2506-2873-2975-57ABA64B7D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5F353-1331-494A-952C-22B22CE946C8}" type="datetimeFigureOut">
              <a:rPr lang="fr-SN" smtClean="0"/>
              <a:t>14/07/2026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C97E1C-0FBD-510D-2C23-FB8595DECD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2F603B-17A9-5725-D8B6-F0D655E68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B4874-AC44-407E-B283-64BA420CC656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73512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C4F373-853B-8C9D-CA86-39E355793AEF}"/>
              </a:ext>
            </a:extLst>
          </p:cNvPr>
          <p:cNvSpPr/>
          <p:nvPr/>
        </p:nvSpPr>
        <p:spPr>
          <a:xfrm>
            <a:off x="179882" y="179882"/>
            <a:ext cx="11812249" cy="6205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🌍 AFRI TALENT</a:t>
            </a:r>
          </a:p>
          <a:p>
            <a:pPr algn="ctr"/>
            <a:r>
              <a:rPr lang="fr-FR" dirty="0"/>
              <a:t>Plateforme de Freelances Africains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Présentation du Projet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Auteur : NIANG MAMADOU</a:t>
            </a:r>
          </a:p>
          <a:p>
            <a:pPr algn="ctr"/>
            <a:r>
              <a:rPr lang="fr-FR" dirty="0"/>
              <a:t>Promotion : L1 Cybersécurité</a:t>
            </a:r>
          </a:p>
          <a:p>
            <a:pPr algn="ctr"/>
            <a:r>
              <a:rPr lang="fr-FR" dirty="0"/>
              <a:t>Année : 2025 - 2026</a:t>
            </a:r>
          </a:p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60129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FEFFB9-99C3-FB75-6BF7-A093DAB3E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68E05E-30DB-B8CA-86F1-70D544477178}"/>
              </a:ext>
            </a:extLst>
          </p:cNvPr>
          <p:cNvSpPr/>
          <p:nvPr/>
        </p:nvSpPr>
        <p:spPr>
          <a:xfrm>
            <a:off x="194872" y="209862"/>
            <a:ext cx="11722308" cy="65322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📋 PLAN DE LA PRÉSENTATION</a:t>
            </a:r>
          </a:p>
          <a:p>
            <a:pPr algn="ctr"/>
            <a:endParaRPr lang="fr-FR"/>
          </a:p>
          <a:p>
            <a:pPr algn="ctr"/>
            <a:r>
              <a:rPr lang="fr-FR"/>
              <a:t>1. Contexte et objectifs</a:t>
            </a:r>
          </a:p>
          <a:p>
            <a:pPr algn="ctr"/>
            <a:r>
              <a:rPr lang="fr-FR"/>
              <a:t>2. Architecture du site</a:t>
            </a:r>
          </a:p>
          <a:p>
            <a:pPr algn="ctr"/>
            <a:r>
              <a:rPr lang="fr-FR"/>
              <a:t>3. Fonctionnalités interactives</a:t>
            </a:r>
          </a:p>
          <a:p>
            <a:pPr algn="ctr"/>
            <a:r>
              <a:rPr lang="fr-FR"/>
              <a:t>4. Démonstration en direct</a:t>
            </a:r>
          </a:p>
          <a:p>
            <a:pPr algn="ctr"/>
            <a:r>
              <a:rPr lang="fr-FR"/>
              <a:t>5. Technologies utilisées</a:t>
            </a:r>
          </a:p>
          <a:p>
            <a:pPr algn="ctr"/>
            <a:r>
              <a:rPr lang="fr-FR"/>
              <a:t>6. Difficultés rencontrées</a:t>
            </a:r>
          </a:p>
          <a:p>
            <a:pPr algn="ctr"/>
            <a:r>
              <a:rPr lang="fr-FR"/>
              <a:t>7. Compétences acquises</a:t>
            </a:r>
          </a:p>
          <a:p>
            <a:pPr algn="ctr"/>
            <a:r>
              <a:rPr lang="fr-FR"/>
              <a:t>8. Perspectives d'évolution</a:t>
            </a:r>
          </a:p>
          <a:p>
            <a:pPr algn="ctr"/>
            <a:r>
              <a:rPr lang="fr-FR"/>
              <a:t>9. Conclusion</a:t>
            </a:r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711934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465D63-CB2D-8692-FA56-C80EA665D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83599A-C898-B58D-4944-696B1F214BDB}"/>
              </a:ext>
            </a:extLst>
          </p:cNvPr>
          <p:cNvSpPr/>
          <p:nvPr/>
        </p:nvSpPr>
        <p:spPr>
          <a:xfrm>
            <a:off x="179882" y="254833"/>
            <a:ext cx="11902190" cy="62658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🌍 CONTEXTE DU PROJET</a:t>
            </a:r>
          </a:p>
          <a:p>
            <a:pPr algn="ctr"/>
            <a:endParaRPr lang="fr-FR"/>
          </a:p>
          <a:p>
            <a:pPr algn="ctr"/>
            <a:r>
              <a:rPr lang="fr-FR"/>
              <a:t>📌 Constat :</a:t>
            </a:r>
          </a:p>
          <a:p>
            <a:pPr algn="ctr"/>
            <a:r>
              <a:rPr lang="fr-FR"/>
              <a:t>L'Afrique regorge de talents numériques exceptionnels</a:t>
            </a:r>
          </a:p>
          <a:p>
            <a:pPr algn="ctr"/>
            <a:r>
              <a:rPr lang="fr-FR"/>
              <a:t>mais manque de visibilité sur la scène internationale.</a:t>
            </a:r>
          </a:p>
          <a:p>
            <a:pPr algn="ctr"/>
            <a:endParaRPr lang="fr-FR"/>
          </a:p>
          <a:p>
            <a:pPr algn="ctr"/>
            <a:r>
              <a:rPr lang="fr-FR"/>
              <a:t>🎯 Objectif :</a:t>
            </a:r>
          </a:p>
          <a:p>
            <a:pPr algn="ctr"/>
            <a:r>
              <a:rPr lang="fr-FR"/>
              <a:t>Créer une plateforme pour connecter les freelances</a:t>
            </a:r>
          </a:p>
          <a:p>
            <a:pPr algn="ctr"/>
            <a:r>
              <a:rPr lang="fr-FR"/>
              <a:t>africains avec des clients du monde entier.</a:t>
            </a:r>
          </a:p>
          <a:p>
            <a:pPr algn="ctr"/>
            <a:endParaRPr lang="fr-FR"/>
          </a:p>
          <a:p>
            <a:pPr algn="ctr"/>
            <a:r>
              <a:rPr lang="fr-FR"/>
              <a:t>💡 Solution :</a:t>
            </a:r>
          </a:p>
          <a:p>
            <a:pPr algn="ctr"/>
            <a:r>
              <a:rPr lang="fr-FR"/>
              <a:t>AfriTalent - Une vitrine professionnelle pour les</a:t>
            </a:r>
          </a:p>
          <a:p>
            <a:pPr algn="ctr"/>
            <a:r>
              <a:rPr lang="fr-FR"/>
              <a:t>talents africains.</a:t>
            </a:r>
          </a:p>
          <a:p>
            <a:pPr algn="ctr"/>
            <a:endParaRPr lang="fr-FR"/>
          </a:p>
          <a:p>
            <a:pPr algn="ctr"/>
            <a:r>
              <a:rPr lang="fr-FR"/>
              <a:t>📊 Statistiques :</a:t>
            </a:r>
          </a:p>
          <a:p>
            <a:pPr algn="ctr"/>
            <a:r>
              <a:rPr lang="fr-FR"/>
              <a:t>• 1200+ Freelances</a:t>
            </a:r>
          </a:p>
          <a:p>
            <a:pPr algn="ctr"/>
            <a:r>
              <a:rPr lang="fr-FR"/>
              <a:t>• 45 Pays représentés</a:t>
            </a:r>
          </a:p>
          <a:p>
            <a:pPr algn="ctr"/>
            <a:r>
              <a:rPr lang="fr-FR"/>
              <a:t>• 3800+ Projets réalisés</a:t>
            </a:r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477100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CA465C-44B8-F30D-2A1A-220519543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9C7AAA-27F1-2B06-9D41-EC3C3D998456}"/>
              </a:ext>
            </a:extLst>
          </p:cNvPr>
          <p:cNvSpPr/>
          <p:nvPr/>
        </p:nvSpPr>
        <p:spPr>
          <a:xfrm>
            <a:off x="209862" y="164892"/>
            <a:ext cx="11752289" cy="65772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🎯 OBJECTIFS DU SITE</a:t>
            </a:r>
          </a:p>
          <a:p>
            <a:pPr algn="ctr"/>
            <a:endParaRPr lang="fr-FR"/>
          </a:p>
          <a:p>
            <a:pPr algn="ctr"/>
            <a:r>
              <a:rPr lang="fr-FR"/>
              <a:t>✅ Présenter les freelances par catégorie</a:t>
            </a:r>
          </a:p>
          <a:p>
            <a:pPr algn="ctr"/>
            <a:r>
              <a:rPr lang="fr-FR"/>
              <a:t>   (Web, Design, Marketing, Mobile, Data)</a:t>
            </a:r>
          </a:p>
          <a:p>
            <a:pPr algn="ctr"/>
            <a:endParaRPr lang="fr-FR"/>
          </a:p>
          <a:p>
            <a:pPr algn="ctr"/>
            <a:r>
              <a:rPr lang="fr-FR"/>
              <a:t>✅ Offrir une interface moderne et responsive</a:t>
            </a:r>
          </a:p>
          <a:p>
            <a:pPr algn="ctr"/>
            <a:r>
              <a:rPr lang="fr-FR"/>
              <a:t>   (Mobile-first design)</a:t>
            </a:r>
          </a:p>
          <a:p>
            <a:pPr algn="ctr"/>
            <a:endParaRPr lang="fr-FR"/>
          </a:p>
          <a:p>
            <a:pPr algn="ctr"/>
            <a:r>
              <a:rPr lang="fr-FR"/>
              <a:t>✅ Proposer des interactions dynamiques</a:t>
            </a:r>
          </a:p>
          <a:p>
            <a:pPr algn="ctr"/>
            <a:r>
              <a:rPr lang="fr-FR"/>
              <a:t>   • Filtrage sans rechargement</a:t>
            </a:r>
          </a:p>
          <a:p>
            <a:pPr algn="ctr"/>
            <a:r>
              <a:rPr lang="fr-FR"/>
              <a:t>   • Compteurs animés au scroll</a:t>
            </a:r>
          </a:p>
          <a:p>
            <a:pPr algn="ctr"/>
            <a:r>
              <a:rPr lang="fr-FR"/>
              <a:t>   • Animations fade-in</a:t>
            </a:r>
          </a:p>
          <a:p>
            <a:pPr algn="ctr"/>
            <a:endParaRPr lang="fr-FR"/>
          </a:p>
          <a:p>
            <a:pPr algn="ctr"/>
            <a:r>
              <a:rPr lang="fr-FR"/>
              <a:t>✅ Permettre le contact via un formulaire</a:t>
            </a:r>
          </a:p>
          <a:p>
            <a:pPr algn="ctr"/>
            <a:r>
              <a:rPr lang="fr-FR"/>
              <a:t>   • Validation en temps réel</a:t>
            </a:r>
          </a:p>
          <a:p>
            <a:pPr algn="ctr"/>
            <a:r>
              <a:rPr lang="fr-FR"/>
              <a:t>   • Messages d'erreur personnalisés</a:t>
            </a:r>
          </a:p>
          <a:p>
            <a:pPr algn="ctr"/>
            <a:endParaRPr lang="fr-FR"/>
          </a:p>
          <a:p>
            <a:pPr algn="ctr"/>
            <a:r>
              <a:rPr lang="fr-FR"/>
              <a:t>✅ Démontrer des compétences en développement</a:t>
            </a:r>
          </a:p>
          <a:p>
            <a:pPr algn="ctr"/>
            <a:r>
              <a:rPr lang="fr-FR"/>
              <a:t>   front-end</a:t>
            </a:r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939139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87FEEA-E380-4654-7678-5F2349C50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E4AD8E-583C-0092-9053-8336D1C8F6E3}"/>
              </a:ext>
            </a:extLst>
          </p:cNvPr>
          <p:cNvSpPr/>
          <p:nvPr/>
        </p:nvSpPr>
        <p:spPr>
          <a:xfrm>
            <a:off x="224852" y="254833"/>
            <a:ext cx="11752289" cy="63108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SN"/>
              <a:t>🏗️ ARCHITECTURE DU SITE</a:t>
            </a:r>
          </a:p>
          <a:p>
            <a:pPr algn="ctr"/>
            <a:endParaRPr lang="fr-SN"/>
          </a:p>
          <a:p>
            <a:pPr algn="ctr"/>
            <a:r>
              <a:rPr lang="fr-SN"/>
              <a:t>5 Pages principales :</a:t>
            </a:r>
          </a:p>
          <a:p>
            <a:pPr algn="ctr"/>
            <a:endParaRPr lang="fr-SN"/>
          </a:p>
          <a:p>
            <a:pPr algn="ctr"/>
            <a:r>
              <a:rPr lang="fr-SN"/>
              <a:t>┌─────────────┐  ┌─────────────┐  ┌─────────────┐</a:t>
            </a:r>
          </a:p>
          <a:p>
            <a:pPr algn="ctr"/>
            <a:r>
              <a:rPr lang="fr-SN"/>
              <a:t>│   🏠 Accueil │  │ 👨‍💻 Freelances│  │  💰 Tarifs  │</a:t>
            </a:r>
          </a:p>
          <a:p>
            <a:pPr algn="ctr"/>
            <a:r>
              <a:rPr lang="fr-SN"/>
              <a:t>│  Présentation│  │  Liste avec │  │ Grille des  │</a:t>
            </a:r>
          </a:p>
          <a:p>
            <a:pPr algn="ctr"/>
            <a:r>
              <a:rPr lang="fr-SN"/>
              <a:t>│   générale  │  │  filtrage   │  │   offres    │</a:t>
            </a:r>
          </a:p>
          <a:p>
            <a:pPr algn="ctr"/>
            <a:r>
              <a:rPr lang="fr-SN"/>
              <a:t>└─────────────┘  └─────────────┘  └─────────────┘</a:t>
            </a:r>
          </a:p>
          <a:p>
            <a:pPr algn="ctr"/>
            <a:endParaRPr lang="fr-SN"/>
          </a:p>
          <a:p>
            <a:pPr algn="ctr"/>
            <a:r>
              <a:rPr lang="fr-SN"/>
              <a:t>┌─────────────┐  ┌─────────────┐</a:t>
            </a:r>
          </a:p>
          <a:p>
            <a:pPr algn="ctr"/>
            <a:r>
              <a:rPr lang="fr-SN"/>
              <a:t>│ ℹ️ À propos  │  │  📧 Contact  │</a:t>
            </a:r>
          </a:p>
          <a:p>
            <a:pPr algn="ctr"/>
            <a:r>
              <a:rPr lang="fr-SN"/>
              <a:t>│ Équipe et   │  │ Formulaire  │</a:t>
            </a:r>
          </a:p>
          <a:p>
            <a:pPr algn="ctr"/>
            <a:r>
              <a:rPr lang="fr-SN"/>
              <a:t>│   valeurs   │  │ de contact  │</a:t>
            </a:r>
          </a:p>
          <a:p>
            <a:pPr algn="ctr"/>
            <a:r>
              <a:rPr lang="fr-SN"/>
              <a:t>└─────────────┘  └─────────────┘</a:t>
            </a:r>
          </a:p>
          <a:p>
            <a:pPr algn="ctr"/>
            <a:endParaRPr lang="fr-SN"/>
          </a:p>
          <a:p>
            <a:pPr algn="ctr"/>
            <a:r>
              <a:rPr lang="fr-SN"/>
              <a:t>🛠️ Technologies :</a:t>
            </a:r>
          </a:p>
          <a:p>
            <a:pPr algn="ctr"/>
            <a:r>
              <a:rPr lang="fr-SN"/>
              <a:t>HTML5 | CSS3 | JavaScript | Bootstrap 5 | Font Awesome</a:t>
            </a:r>
          </a:p>
        </p:txBody>
      </p:sp>
    </p:spTree>
    <p:extLst>
      <p:ext uri="{BB962C8B-B14F-4D97-AF65-F5344CB8AC3E}">
        <p14:creationId xmlns:p14="http://schemas.microsoft.com/office/powerpoint/2010/main" val="2586857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F82231-0A0F-F88C-6EB9-325CC9D74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EF66CB-A335-8BBB-6B22-6462420C14DF}"/>
              </a:ext>
            </a:extLst>
          </p:cNvPr>
          <p:cNvSpPr/>
          <p:nvPr/>
        </p:nvSpPr>
        <p:spPr>
          <a:xfrm>
            <a:off x="224852" y="209862"/>
            <a:ext cx="11647358" cy="62958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⚡ FONCTIONNALITÉS INTERACTIVES</a:t>
            </a:r>
          </a:p>
          <a:p>
            <a:pPr algn="ctr"/>
            <a:r>
              <a:rPr lang="fr-FR" dirty="0"/>
              <a:t>🌓 Mode Clair/Sombre</a:t>
            </a:r>
          </a:p>
          <a:p>
            <a:pPr algn="ctr"/>
            <a:r>
              <a:rPr lang="fr-FR" dirty="0"/>
              <a:t>• Bascule automatique</a:t>
            </a:r>
          </a:p>
          <a:p>
            <a:pPr algn="ctr"/>
            <a:r>
              <a:rPr lang="fr-FR" dirty="0"/>
              <a:t>• Mémorisation dans </a:t>
            </a:r>
            <a:r>
              <a:rPr lang="fr-FR" dirty="0" err="1"/>
              <a:t>localStorag</a:t>
            </a:r>
            <a:endParaRPr lang="fr-FR" dirty="0"/>
          </a:p>
          <a:p>
            <a:pPr algn="ctr"/>
            <a:r>
              <a:rPr lang="fr-FR" dirty="0"/>
              <a:t>📊 Compteurs animés</a:t>
            </a:r>
          </a:p>
          <a:p>
            <a:pPr algn="ctr"/>
            <a:r>
              <a:rPr lang="fr-FR" dirty="0"/>
              <a:t>• 0 → valeur cible</a:t>
            </a:r>
          </a:p>
          <a:p>
            <a:pPr algn="ctr"/>
            <a:r>
              <a:rPr lang="fr-FR" dirty="0"/>
              <a:t>• Déclenchement au </a:t>
            </a:r>
            <a:r>
              <a:rPr lang="fr-FR" dirty="0" err="1"/>
              <a:t>scrol</a:t>
            </a:r>
            <a:endParaRPr lang="fr-FR" dirty="0"/>
          </a:p>
          <a:p>
            <a:pPr algn="ctr"/>
            <a:r>
              <a:rPr lang="fr-FR" dirty="0"/>
              <a:t>🎨 Animations fade-in</a:t>
            </a:r>
          </a:p>
          <a:p>
            <a:pPr algn="ctr"/>
            <a:r>
              <a:rPr lang="fr-FR" dirty="0"/>
              <a:t>• Apparition fluide des sections</a:t>
            </a:r>
          </a:p>
          <a:p>
            <a:pPr algn="ctr"/>
            <a:r>
              <a:rPr lang="fr-FR" dirty="0"/>
              <a:t>• Effet cascade (délais)</a:t>
            </a:r>
          </a:p>
          <a:p>
            <a:pPr algn="ctr"/>
            <a:r>
              <a:rPr lang="fr-FR" dirty="0"/>
              <a:t>🔍 Filtrage dynamique</a:t>
            </a:r>
          </a:p>
          <a:p>
            <a:pPr algn="ctr"/>
            <a:r>
              <a:rPr lang="fr-FR" dirty="0"/>
              <a:t>• Par catégorie</a:t>
            </a:r>
          </a:p>
          <a:p>
            <a:pPr algn="ctr"/>
            <a:r>
              <a:rPr lang="fr-FR" dirty="0"/>
              <a:t>• Recherche textuelle</a:t>
            </a:r>
          </a:p>
          <a:p>
            <a:pPr algn="ctr"/>
            <a:r>
              <a:rPr lang="fr-FR" dirty="0"/>
              <a:t>• Sans rechargement</a:t>
            </a:r>
          </a:p>
          <a:p>
            <a:pPr algn="ctr"/>
            <a:r>
              <a:rPr lang="fr-FR" dirty="0"/>
              <a:t>✅ Validation formulaire</a:t>
            </a:r>
          </a:p>
          <a:p>
            <a:pPr algn="ctr"/>
            <a:r>
              <a:rPr lang="fr-FR" dirty="0"/>
              <a:t>• En temps réel</a:t>
            </a:r>
          </a:p>
          <a:p>
            <a:pPr algn="ctr"/>
            <a:r>
              <a:rPr lang="fr-FR" dirty="0"/>
              <a:t>• Regex email</a:t>
            </a:r>
          </a:p>
          <a:p>
            <a:pPr algn="ctr"/>
            <a:r>
              <a:rPr lang="fr-FR" dirty="0"/>
              <a:t>• Messages d'erreur</a:t>
            </a:r>
          </a:p>
          <a:p>
            <a:pPr algn="ctr"/>
            <a:r>
              <a:rPr lang="fr-FR" dirty="0"/>
              <a:t>🔝 Bouton retour en haut</a:t>
            </a:r>
          </a:p>
          <a:p>
            <a:pPr algn="ctr"/>
            <a:r>
              <a:rPr lang="fr-FR" dirty="0"/>
              <a:t>• Apparition au scroll</a:t>
            </a:r>
          </a:p>
          <a:p>
            <a:pPr algn="ctr"/>
            <a:r>
              <a:rPr lang="fr-FR" dirty="0"/>
              <a:t>• Animation fluide</a:t>
            </a:r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3074142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A46232-B6FA-B14E-15FB-6607847E3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9071E2-CA75-3490-E080-1DEFCA18B81D}"/>
              </a:ext>
            </a:extLst>
          </p:cNvPr>
          <p:cNvSpPr/>
          <p:nvPr/>
        </p:nvSpPr>
        <p:spPr>
          <a:xfrm>
            <a:off x="149902" y="149902"/>
            <a:ext cx="11917180" cy="65922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SN"/>
              <a:t>🔍 FILTRAGE DES FREELANCES</a:t>
            </a:r>
          </a:p>
          <a:p>
            <a:pPr algn="ctr"/>
            <a:endParaRPr lang="fr-SN"/>
          </a:p>
          <a:p>
            <a:pPr algn="ctr"/>
            <a:r>
              <a:rPr lang="fr-SN"/>
              <a:t>🎯 Fonctionnalités :</a:t>
            </a:r>
          </a:p>
          <a:p>
            <a:pPr algn="ctr"/>
            <a:endParaRPr lang="fr-SN"/>
          </a:p>
          <a:p>
            <a:pPr algn="ctr"/>
            <a:r>
              <a:rPr lang="fr-SN"/>
              <a:t>✅ Filtrage par catégorie :</a:t>
            </a:r>
          </a:p>
          <a:p>
            <a:pPr algn="ctr"/>
            <a:r>
              <a:rPr lang="fr-SN"/>
              <a:t>   • Tous</a:t>
            </a:r>
          </a:p>
          <a:p>
            <a:pPr algn="ctr"/>
            <a:r>
              <a:rPr lang="fr-SN"/>
              <a:t>   • 💻 Développement Web</a:t>
            </a:r>
          </a:p>
          <a:p>
            <a:pPr algn="ctr"/>
            <a:r>
              <a:rPr lang="fr-SN"/>
              <a:t>   • 🎨 Design Graphique</a:t>
            </a:r>
          </a:p>
          <a:p>
            <a:pPr algn="ctr"/>
            <a:r>
              <a:rPr lang="fr-SN"/>
              <a:t>   • 📊 Marketing Digital</a:t>
            </a:r>
          </a:p>
          <a:p>
            <a:pPr algn="ctr"/>
            <a:r>
              <a:rPr lang="fr-SN"/>
              <a:t>   • 📱 Mobile</a:t>
            </a:r>
          </a:p>
          <a:p>
            <a:pPr algn="ctr"/>
            <a:r>
              <a:rPr lang="fr-SN"/>
              <a:t>   • 📈 Data Science</a:t>
            </a:r>
          </a:p>
          <a:p>
            <a:pPr algn="ctr"/>
            <a:endParaRPr lang="fr-SN"/>
          </a:p>
          <a:p>
            <a:pPr algn="ctr"/>
            <a:r>
              <a:rPr lang="fr-SN"/>
              <a:t>✅ Recherche textuelle :</a:t>
            </a:r>
          </a:p>
          <a:p>
            <a:pPr algn="ctr"/>
            <a:r>
              <a:rPr lang="fr-SN"/>
              <a:t>   • Par nom</a:t>
            </a:r>
          </a:p>
          <a:p>
            <a:pPr algn="ctr"/>
            <a:r>
              <a:rPr lang="fr-SN"/>
              <a:t>   • Par description</a:t>
            </a:r>
          </a:p>
          <a:p>
            <a:pPr algn="ctr"/>
            <a:endParaRPr lang="fr-SN"/>
          </a:p>
          <a:p>
            <a:pPr algn="ctr"/>
            <a:r>
              <a:rPr lang="fr-SN"/>
              <a:t>✅ Animation fluide :</a:t>
            </a:r>
          </a:p>
          <a:p>
            <a:pPr algn="ctr"/>
            <a:r>
              <a:rPr lang="fr-SN"/>
              <a:t>   • Apparition en cascade</a:t>
            </a:r>
          </a:p>
          <a:p>
            <a:pPr algn="ctr"/>
            <a:r>
              <a:rPr lang="fr-SN"/>
              <a:t>   • Effet de scale</a:t>
            </a:r>
          </a:p>
          <a:p>
            <a:pPr algn="ctr"/>
            <a:endParaRPr lang="fr-SN"/>
          </a:p>
          <a:p>
            <a:pPr algn="ctr"/>
            <a:r>
              <a:rPr lang="fr-SN"/>
              <a:t>✅ Message "Aucun résultat" :</a:t>
            </a:r>
          </a:p>
          <a:p>
            <a:pPr algn="ctr"/>
            <a:r>
              <a:rPr lang="fr-SN"/>
              <a:t>   • Affiché si nécessaire</a:t>
            </a:r>
          </a:p>
        </p:txBody>
      </p:sp>
    </p:spTree>
    <p:extLst>
      <p:ext uri="{BB962C8B-B14F-4D97-AF65-F5344CB8AC3E}">
        <p14:creationId xmlns:p14="http://schemas.microsoft.com/office/powerpoint/2010/main" val="757808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6F766A-7A3D-B914-1DDA-7E40654A1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264876-5E5C-D424-0208-2A9B2D053642}"/>
              </a:ext>
            </a:extLst>
          </p:cNvPr>
          <p:cNvSpPr/>
          <p:nvPr/>
        </p:nvSpPr>
        <p:spPr>
          <a:xfrm>
            <a:off x="164892" y="149902"/>
            <a:ext cx="11917180" cy="6475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SN"/>
              <a:t>✅ VALIDATION DU FORMULAIRE</a:t>
            </a:r>
          </a:p>
          <a:p>
            <a:pPr algn="ctr"/>
            <a:endParaRPr lang="fr-SN"/>
          </a:p>
          <a:p>
            <a:pPr algn="ctr"/>
            <a:r>
              <a:rPr lang="fr-SN"/>
              <a:t>📝 Champs validés :</a:t>
            </a:r>
          </a:p>
          <a:p>
            <a:pPr algn="ctr"/>
            <a:endParaRPr lang="fr-SN"/>
          </a:p>
          <a:p>
            <a:pPr algn="ctr"/>
            <a:r>
              <a:rPr lang="fr-SN"/>
              <a:t>👤 Prénom</a:t>
            </a:r>
          </a:p>
          <a:p>
            <a:pPr algn="ctr"/>
            <a:r>
              <a:rPr lang="fr-SN"/>
              <a:t>   • Minimum 2 caractères</a:t>
            </a:r>
          </a:p>
          <a:p>
            <a:pPr algn="ctr"/>
            <a:endParaRPr lang="fr-SN"/>
          </a:p>
          <a:p>
            <a:pPr algn="ctr"/>
            <a:r>
              <a:rPr lang="fr-SN"/>
              <a:t>👤 Nom</a:t>
            </a:r>
          </a:p>
          <a:p>
            <a:pPr algn="ctr"/>
            <a:r>
              <a:rPr lang="fr-SN"/>
              <a:t>   • Minimum 2 caractères</a:t>
            </a:r>
          </a:p>
          <a:p>
            <a:pPr algn="ctr"/>
            <a:endParaRPr lang="fr-SN"/>
          </a:p>
          <a:p>
            <a:pPr algn="ctr"/>
            <a:r>
              <a:rPr lang="fr-SN"/>
              <a:t>📧 Email</a:t>
            </a:r>
          </a:p>
          <a:p>
            <a:pPr algn="ctr"/>
            <a:r>
              <a:rPr lang="fr-SN"/>
              <a:t>   • Format valide (regex)</a:t>
            </a:r>
          </a:p>
          <a:p>
            <a:pPr algn="ctr"/>
            <a:r>
              <a:rPr lang="fr-SN"/>
              <a:t>   • Exemple : nom@domaine.com</a:t>
            </a:r>
          </a:p>
          <a:p>
            <a:pPr algn="ctr"/>
            <a:endParaRPr lang="fr-SN"/>
          </a:p>
          <a:p>
            <a:pPr algn="ctr"/>
            <a:r>
              <a:rPr lang="fr-SN"/>
              <a:t>💬 Message</a:t>
            </a:r>
          </a:p>
          <a:p>
            <a:pPr algn="ctr"/>
            <a:r>
              <a:rPr lang="fr-SN"/>
              <a:t>   • Minimum 20 caractères</a:t>
            </a:r>
          </a:p>
          <a:p>
            <a:pPr algn="ctr"/>
            <a:endParaRPr lang="fr-SN"/>
          </a:p>
          <a:p>
            <a:pPr algn="ctr"/>
            <a:r>
              <a:rPr lang="fr-SN"/>
              <a:t>🎯 Fonctionnalités :</a:t>
            </a:r>
          </a:p>
          <a:p>
            <a:pPr algn="ctr"/>
            <a:r>
              <a:rPr lang="fr-SN"/>
              <a:t>   • Validation en temps réel (blur/input)</a:t>
            </a:r>
          </a:p>
          <a:p>
            <a:pPr algn="ctr"/>
            <a:r>
              <a:rPr lang="fr-SN"/>
              <a:t>   • Messages d'erreur sous chaque champ</a:t>
            </a:r>
          </a:p>
          <a:p>
            <a:pPr algn="ctr"/>
            <a:r>
              <a:rPr lang="fr-SN"/>
              <a:t>   • Message de succès après envoi</a:t>
            </a:r>
          </a:p>
          <a:p>
            <a:pPr algn="ctr"/>
            <a:r>
              <a:rPr lang="fr-SN"/>
              <a:t>   • Simulation d'envoi (spinner)</a:t>
            </a:r>
          </a:p>
          <a:p>
            <a:pPr algn="ctr"/>
            <a:r>
              <a:rPr lang="fr-SN"/>
              <a:t>   • Bouton "Effacer"</a:t>
            </a:r>
          </a:p>
        </p:txBody>
      </p:sp>
    </p:spTree>
    <p:extLst>
      <p:ext uri="{BB962C8B-B14F-4D97-AF65-F5344CB8AC3E}">
        <p14:creationId xmlns:p14="http://schemas.microsoft.com/office/powerpoint/2010/main" val="719048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A8D882-07CB-9C9E-05D9-57EF71C82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659D1A-C77C-9183-5A5D-2AADA913C357}"/>
              </a:ext>
            </a:extLst>
          </p:cNvPr>
          <p:cNvSpPr/>
          <p:nvPr/>
        </p:nvSpPr>
        <p:spPr>
          <a:xfrm>
            <a:off x="344774" y="284813"/>
            <a:ext cx="11722308" cy="62359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SN"/>
              <a:t>🎨 DESIGN ET UI/UX</a:t>
            </a:r>
          </a:p>
          <a:p>
            <a:pPr algn="ctr"/>
            <a:endParaRPr lang="fr-SN"/>
          </a:p>
          <a:p>
            <a:pPr algn="ctr"/>
            <a:r>
              <a:rPr lang="fr-SN"/>
              <a:t>🎯 Palette de couleurs :</a:t>
            </a:r>
          </a:p>
          <a:p>
            <a:pPr algn="ctr"/>
            <a:endParaRPr lang="fr-SN"/>
          </a:p>
          <a:p>
            <a:pPr algn="ctr"/>
            <a:r>
              <a:rPr lang="fr-SN"/>
              <a:t>🟠 Primary  : #E76F51</a:t>
            </a:r>
          </a:p>
          <a:p>
            <a:pPr algn="ctr"/>
            <a:r>
              <a:rPr lang="fr-SN"/>
              <a:t>🟢 Secondary : #2A9D8F</a:t>
            </a:r>
          </a:p>
          <a:p>
            <a:pPr algn="ctr"/>
            <a:r>
              <a:rPr lang="fr-SN"/>
              <a:t>🔵 Dark     : #264653</a:t>
            </a:r>
          </a:p>
          <a:p>
            <a:pPr algn="ctr"/>
            <a:r>
              <a:rPr lang="fr-SN"/>
              <a:t>🟡 Accent   : #F4A261</a:t>
            </a:r>
          </a:p>
          <a:p>
            <a:pPr algn="ctr"/>
            <a:endParaRPr lang="fr-SN"/>
          </a:p>
          <a:p>
            <a:pPr algn="ctr"/>
            <a:r>
              <a:rPr lang="fr-SN"/>
              <a:t>📱 Principes UX :</a:t>
            </a:r>
          </a:p>
          <a:p>
            <a:pPr algn="ctr"/>
            <a:endParaRPr lang="fr-SN"/>
          </a:p>
          <a:p>
            <a:pPr algn="ctr"/>
            <a:r>
              <a:rPr lang="fr-SN"/>
              <a:t>✅ Design responsive (mobile-first)</a:t>
            </a:r>
          </a:p>
          <a:p>
            <a:pPr algn="ctr"/>
            <a:r>
              <a:rPr lang="fr-SN"/>
              <a:t>✅ Navigation claire et intuitive</a:t>
            </a:r>
          </a:p>
          <a:p>
            <a:pPr algn="ctr"/>
            <a:r>
              <a:rPr lang="fr-SN"/>
              <a:t>✅ Animations fluides (fade-in, hover)</a:t>
            </a:r>
          </a:p>
          <a:p>
            <a:pPr algn="ctr"/>
            <a:r>
              <a:rPr lang="fr-SN"/>
              <a:t>✅ Accessibilité (aria-labels)</a:t>
            </a:r>
          </a:p>
          <a:p>
            <a:pPr algn="ctr"/>
            <a:r>
              <a:rPr lang="fr-SN"/>
              <a:t>✅ Feedback utilisateur (messages)</a:t>
            </a:r>
          </a:p>
          <a:p>
            <a:pPr algn="ctr"/>
            <a:r>
              <a:rPr lang="fr-SN"/>
              <a:t>✅ Typographie lisible</a:t>
            </a:r>
          </a:p>
          <a:p>
            <a:pPr algn="ctr"/>
            <a:r>
              <a:rPr lang="fr-SN"/>
              <a:t>✅ Espacements cohérents</a:t>
            </a:r>
          </a:p>
          <a:p>
            <a:pPr algn="ctr"/>
            <a:endParaRPr lang="fr-SN"/>
          </a:p>
          <a:p>
            <a:pPr algn="ctr"/>
            <a:r>
              <a:rPr lang="fr-SN"/>
              <a:t>🎯 Approche Bento Grid</a:t>
            </a:r>
          </a:p>
          <a:p>
            <a:pPr algn="ctr"/>
            <a:r>
              <a:rPr lang="fr-SN"/>
              <a:t>   • Design moderne</a:t>
            </a:r>
          </a:p>
          <a:p>
            <a:pPr algn="ctr"/>
            <a:r>
              <a:rPr lang="fr-SN"/>
              <a:t>   • Organisation visuelle claire</a:t>
            </a:r>
          </a:p>
        </p:txBody>
      </p:sp>
    </p:spTree>
    <p:extLst>
      <p:ext uri="{BB962C8B-B14F-4D97-AF65-F5344CB8AC3E}">
        <p14:creationId xmlns:p14="http://schemas.microsoft.com/office/powerpoint/2010/main" val="3907538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99D123-4CD2-1431-D31A-9F8597332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CF4950-DE29-56F6-AB02-C363A6A39EB5}"/>
              </a:ext>
            </a:extLst>
          </p:cNvPr>
          <p:cNvSpPr/>
          <p:nvPr/>
        </p:nvSpPr>
        <p:spPr>
          <a:xfrm>
            <a:off x="164892" y="209862"/>
            <a:ext cx="11812249" cy="6385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SN"/>
              <a:t>🛠️ TECHNOLOGIES UTILISÉES</a:t>
            </a:r>
          </a:p>
          <a:p>
            <a:pPr algn="ctr"/>
            <a:endParaRPr lang="fr-SN"/>
          </a:p>
          <a:p>
            <a:pPr algn="ctr"/>
            <a:r>
              <a:rPr lang="fr-SN"/>
              <a:t>📝 Front-end :</a:t>
            </a:r>
          </a:p>
          <a:p>
            <a:pPr algn="ctr"/>
            <a:endParaRPr lang="fr-SN"/>
          </a:p>
          <a:p>
            <a:pPr algn="ctr"/>
            <a:r>
              <a:rPr lang="fr-SN"/>
              <a:t>• HTML5          → Structure sémantique</a:t>
            </a:r>
          </a:p>
          <a:p>
            <a:pPr algn="ctr"/>
            <a:r>
              <a:rPr lang="fr-SN"/>
              <a:t>• CSS3           → Design avec variables CSS</a:t>
            </a:r>
          </a:p>
          <a:p>
            <a:pPr algn="ctr"/>
            <a:r>
              <a:rPr lang="fr-SN"/>
              <a:t>• JavaScript ES6 → Interactivité et animations</a:t>
            </a:r>
          </a:p>
          <a:p>
            <a:pPr algn="ctr"/>
            <a:r>
              <a:rPr lang="fr-SN"/>
              <a:t>• Bootstrap 5    → Grille et composants</a:t>
            </a:r>
          </a:p>
          <a:p>
            <a:pPr algn="ctr"/>
            <a:r>
              <a:rPr lang="fr-SN"/>
              <a:t>• Font Awesome   → Icônes vectorielles</a:t>
            </a:r>
          </a:p>
          <a:p>
            <a:pPr algn="ctr"/>
            <a:endParaRPr lang="fr-SN"/>
          </a:p>
          <a:p>
            <a:pPr algn="ctr"/>
            <a:r>
              <a:rPr lang="fr-SN"/>
              <a:t>🔧 Outils :</a:t>
            </a:r>
          </a:p>
          <a:p>
            <a:pPr algn="ctr"/>
            <a:endParaRPr lang="fr-SN"/>
          </a:p>
          <a:p>
            <a:pPr algn="ctr"/>
            <a:r>
              <a:rPr lang="fr-SN"/>
              <a:t>• Git           → Contrôle de version</a:t>
            </a:r>
          </a:p>
          <a:p>
            <a:pPr algn="ctr"/>
            <a:r>
              <a:rPr lang="fr-SN"/>
              <a:t>• GitHub        → Hébergement du code</a:t>
            </a:r>
          </a:p>
          <a:p>
            <a:pPr algn="ctr"/>
            <a:r>
              <a:rPr lang="fr-SN"/>
              <a:t>• GitHub Pages  → Déploiement en ligne</a:t>
            </a:r>
          </a:p>
          <a:p>
            <a:pPr algn="ctr"/>
            <a:r>
              <a:rPr lang="fr-SN"/>
              <a:t>• VS Code       → Éditeur de code</a:t>
            </a:r>
          </a:p>
          <a:p>
            <a:pPr algn="ctr"/>
            <a:endParaRPr lang="fr-SN"/>
          </a:p>
          <a:p>
            <a:pPr algn="ctr"/>
            <a:r>
              <a:rPr lang="fr-SN"/>
              <a:t>📦 Dépendances :</a:t>
            </a:r>
          </a:p>
          <a:p>
            <a:pPr algn="ctr"/>
            <a:endParaRPr lang="fr-SN"/>
          </a:p>
          <a:p>
            <a:pPr algn="ctr"/>
            <a:r>
              <a:rPr lang="fr-SN"/>
              <a:t>• IntersectionObserver → Animations au scroll</a:t>
            </a:r>
          </a:p>
          <a:p>
            <a:pPr algn="ctr"/>
            <a:r>
              <a:rPr lang="fr-SN"/>
              <a:t>• localStorage        → Mémorisation du thème</a:t>
            </a:r>
          </a:p>
          <a:p>
            <a:pPr algn="ctr"/>
            <a:r>
              <a:rPr lang="fr-SN"/>
              <a:t>• requestAnimationFrame → Animations fluides</a:t>
            </a:r>
          </a:p>
        </p:txBody>
      </p:sp>
    </p:spTree>
    <p:extLst>
      <p:ext uri="{BB962C8B-B14F-4D97-AF65-F5344CB8AC3E}">
        <p14:creationId xmlns:p14="http://schemas.microsoft.com/office/powerpoint/2010/main" val="947744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B1C9B9-D06C-F8F3-88EB-63472CA66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FE9EAD-0451-74E3-0CBC-2FEAD1BE98FD}"/>
              </a:ext>
            </a:extLst>
          </p:cNvPr>
          <p:cNvSpPr/>
          <p:nvPr/>
        </p:nvSpPr>
        <p:spPr>
          <a:xfrm>
            <a:off x="179882" y="209862"/>
            <a:ext cx="11857220" cy="65322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⚠️ DIFFICULTÉS RENCONTRÉES</a:t>
            </a:r>
          </a:p>
          <a:p>
            <a:pPr algn="ctr"/>
            <a:endParaRPr lang="fr-FR"/>
          </a:p>
          <a:p>
            <a:pPr algn="ctr"/>
            <a:r>
              <a:rPr lang="fr-FR"/>
              <a:t>🔴 Gestion du Dark Mode</a:t>
            </a:r>
          </a:p>
          <a:p>
            <a:pPr algn="ctr"/>
            <a:r>
              <a:rPr lang="fr-FR"/>
              <a:t>Solution : data-theme + localStorage</a:t>
            </a:r>
          </a:p>
          <a:p>
            <a:pPr algn="ctr"/>
            <a:endParaRPr lang="fr-FR"/>
          </a:p>
          <a:p>
            <a:pPr algn="ctr"/>
            <a:r>
              <a:rPr lang="fr-FR"/>
              <a:t>🔴 Compteurs animés au scroll</a:t>
            </a:r>
          </a:p>
          <a:p>
            <a:pPr algn="ctr"/>
            <a:r>
              <a:rPr lang="fr-FR"/>
              <a:t>Solution : IntersectionObserver + requestAnimationFrame</a:t>
            </a:r>
          </a:p>
          <a:p>
            <a:pPr algn="ctr"/>
            <a:endParaRPr lang="fr-FR"/>
          </a:p>
          <a:p>
            <a:pPr algn="ctr"/>
            <a:r>
              <a:rPr lang="fr-FR"/>
              <a:t>🔴 Filtrage dynamique des freelances</a:t>
            </a:r>
          </a:p>
          <a:p>
            <a:pPr algn="ctr"/>
            <a:r>
              <a:rPr lang="fr-FR"/>
              <a:t>Solution : Manipulation du DOM + transitions CSS</a:t>
            </a:r>
          </a:p>
          <a:p>
            <a:pPr algn="ctr"/>
            <a:endParaRPr lang="fr-FR"/>
          </a:p>
          <a:p>
            <a:pPr algn="ctr"/>
            <a:r>
              <a:rPr lang="fr-FR"/>
              <a:t>🔴 Validation du formulaire</a:t>
            </a:r>
          </a:p>
          <a:p>
            <a:pPr algn="ctr"/>
            <a:r>
              <a:rPr lang="fr-FR"/>
              <a:t>Solution : Regex + messages d'erreur personnalisés</a:t>
            </a:r>
          </a:p>
          <a:p>
            <a:pPr algn="ctr"/>
            <a:endParaRPr lang="fr-FR"/>
          </a:p>
          <a:p>
            <a:pPr algn="ctr"/>
            <a:r>
              <a:rPr lang="fr-FR"/>
              <a:t>🔴 Design responsive</a:t>
            </a:r>
          </a:p>
          <a:p>
            <a:pPr algn="ctr"/>
            <a:r>
              <a:rPr lang="fr-FR"/>
              <a:t>Solution : Bootstrap 5 + media queries</a:t>
            </a:r>
          </a:p>
          <a:p>
            <a:pPr algn="ctr"/>
            <a:endParaRPr lang="fr-FR"/>
          </a:p>
          <a:p>
            <a:pPr algn="ctr"/>
            <a:r>
              <a:rPr lang="fr-FR"/>
              <a:t>🔴 Organisation du code</a:t>
            </a:r>
          </a:p>
          <a:p>
            <a:pPr algn="ctr"/>
            <a:r>
              <a:rPr lang="fr-FR"/>
              <a:t>Solution : Commentaires + structure modulaire</a:t>
            </a:r>
          </a:p>
          <a:p>
            <a:pPr algn="ctr"/>
            <a:endParaRPr lang="fr-FR"/>
          </a:p>
          <a:p>
            <a:pPr algn="ctr"/>
            <a:r>
              <a:rPr lang="fr-FR"/>
              <a:t>✅ Toutes les difficultés ont été résolues !</a:t>
            </a:r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027781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3CDB6D-356C-B0CC-F7C9-4F268195D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1BBF29-E418-C107-BBD7-DA32BCB33059}"/>
              </a:ext>
            </a:extLst>
          </p:cNvPr>
          <p:cNvSpPr/>
          <p:nvPr/>
        </p:nvSpPr>
        <p:spPr>
          <a:xfrm>
            <a:off x="269823" y="239843"/>
            <a:ext cx="11482466" cy="65022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SN"/>
              <a:t>🎯 COMPÉTENCES ACQUISES</a:t>
            </a:r>
          </a:p>
          <a:p>
            <a:pPr algn="ctr"/>
            <a:endParaRPr lang="fr-SN"/>
          </a:p>
          <a:p>
            <a:pPr algn="ctr"/>
            <a:r>
              <a:rPr lang="fr-SN"/>
              <a:t>💻 Techniques :</a:t>
            </a:r>
          </a:p>
          <a:p>
            <a:pPr algn="ctr"/>
            <a:endParaRPr lang="fr-SN"/>
          </a:p>
          <a:p>
            <a:pPr algn="ctr"/>
            <a:r>
              <a:rPr lang="fr-SN"/>
              <a:t>✅ HTML5 sémantique</a:t>
            </a:r>
          </a:p>
          <a:p>
            <a:pPr algn="ctr"/>
            <a:r>
              <a:rPr lang="fr-SN"/>
              <a:t>✅ CSS3 avancé (variables, flexbox, grid)</a:t>
            </a:r>
          </a:p>
          <a:p>
            <a:pPr algn="ctr"/>
            <a:r>
              <a:rPr lang="fr-SN"/>
              <a:t>✅ JavaScript ES6+ (DOM, événements, animations)</a:t>
            </a:r>
          </a:p>
          <a:p>
            <a:pPr algn="ctr"/>
            <a:r>
              <a:rPr lang="fr-SN"/>
              <a:t>✅ Bootstrap 5</a:t>
            </a:r>
          </a:p>
          <a:p>
            <a:pPr algn="ctr"/>
            <a:r>
              <a:rPr lang="fr-SN"/>
              <a:t>✅ Git et GitHub</a:t>
            </a:r>
          </a:p>
          <a:p>
            <a:pPr algn="ctr"/>
            <a:endParaRPr lang="fr-SN"/>
          </a:p>
          <a:p>
            <a:pPr algn="ctr"/>
            <a:r>
              <a:rPr lang="fr-SN"/>
              <a:t>📋 Méthodologies :</a:t>
            </a:r>
          </a:p>
          <a:p>
            <a:pPr algn="ctr"/>
            <a:endParaRPr lang="fr-SN"/>
          </a:p>
          <a:p>
            <a:pPr algn="ctr"/>
            <a:r>
              <a:rPr lang="fr-SN"/>
              <a:t>✅ Approche mobile-first</a:t>
            </a:r>
          </a:p>
          <a:p>
            <a:pPr algn="ctr"/>
            <a:r>
              <a:rPr lang="fr-SN"/>
              <a:t>✅ UI/UX design</a:t>
            </a:r>
          </a:p>
          <a:p>
            <a:pPr algn="ctr"/>
            <a:r>
              <a:rPr lang="fr-SN"/>
              <a:t>✅ Validation et tests</a:t>
            </a:r>
          </a:p>
          <a:p>
            <a:pPr algn="ctr"/>
            <a:r>
              <a:rPr lang="fr-SN"/>
              <a:t>✅ Documentation (commentaires, README)</a:t>
            </a:r>
          </a:p>
          <a:p>
            <a:pPr algn="ctr"/>
            <a:r>
              <a:rPr lang="fr-SN"/>
              <a:t>✅ Versioning (10 commits organisés)</a:t>
            </a:r>
          </a:p>
          <a:p>
            <a:pPr algn="ctr"/>
            <a:endParaRPr lang="fr-SN"/>
          </a:p>
          <a:p>
            <a:pPr algn="ctr"/>
            <a:r>
              <a:rPr lang="fr-SN"/>
              <a:t>🔧 Outils :</a:t>
            </a:r>
          </a:p>
          <a:p>
            <a:pPr algn="ctr"/>
            <a:endParaRPr lang="fr-SN"/>
          </a:p>
          <a:p>
            <a:pPr algn="ctr"/>
            <a:r>
              <a:rPr lang="fr-SN"/>
              <a:t>✅ VS Code</a:t>
            </a:r>
          </a:p>
          <a:p>
            <a:pPr algn="ctr"/>
            <a:r>
              <a:rPr lang="fr-SN"/>
              <a:t>✅ GitHub Pages</a:t>
            </a:r>
          </a:p>
          <a:p>
            <a:pPr algn="ctr"/>
            <a:r>
              <a:rPr lang="fr-SN"/>
              <a:t>✅ W3C Validator</a:t>
            </a:r>
          </a:p>
        </p:txBody>
      </p:sp>
    </p:spTree>
    <p:extLst>
      <p:ext uri="{BB962C8B-B14F-4D97-AF65-F5344CB8AC3E}">
        <p14:creationId xmlns:p14="http://schemas.microsoft.com/office/powerpoint/2010/main" val="78618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928243-E746-B51B-60D4-E17E56872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34BDA4-46A9-8140-6C37-05031690687D}"/>
              </a:ext>
            </a:extLst>
          </p:cNvPr>
          <p:cNvSpPr/>
          <p:nvPr/>
        </p:nvSpPr>
        <p:spPr>
          <a:xfrm>
            <a:off x="224852" y="194872"/>
            <a:ext cx="11767279" cy="63108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🚀 PERSPECTIVES D'ÉVOLUTION</a:t>
            </a:r>
          </a:p>
          <a:p>
            <a:pPr algn="ctr"/>
            <a:r>
              <a:rPr lang="fr-FR" dirty="0"/>
              <a:t>🌟 Améliorations possibles :</a:t>
            </a:r>
          </a:p>
          <a:p>
            <a:pPr algn="ctr"/>
            <a:r>
              <a:rPr lang="fr-FR" dirty="0"/>
              <a:t>🔐 Authentification utilisateur</a:t>
            </a:r>
          </a:p>
          <a:p>
            <a:pPr algn="ctr"/>
            <a:r>
              <a:rPr lang="fr-FR" dirty="0"/>
              <a:t>   • Inscription / Connexion</a:t>
            </a:r>
          </a:p>
          <a:p>
            <a:pPr algn="ctr"/>
            <a:r>
              <a:rPr lang="fr-FR" dirty="0"/>
              <a:t>   • Profils personnalisés</a:t>
            </a:r>
          </a:p>
          <a:p>
            <a:pPr algn="ctr"/>
            <a:r>
              <a:rPr lang="fr-FR" dirty="0"/>
              <a:t>🗄️ Base de données</a:t>
            </a:r>
          </a:p>
          <a:p>
            <a:pPr algn="ctr"/>
            <a:r>
              <a:rPr lang="fr-FR" dirty="0"/>
              <a:t>   • Gestion dynamique des freelances</a:t>
            </a:r>
          </a:p>
          <a:p>
            <a:pPr algn="ctr"/>
            <a:r>
              <a:rPr lang="fr-FR" dirty="0"/>
              <a:t>   • Interface admin</a:t>
            </a:r>
          </a:p>
          <a:p>
            <a:pPr algn="ctr"/>
            <a:r>
              <a:rPr lang="fr-FR" dirty="0"/>
              <a:t>💳 Paiement en ligne</a:t>
            </a:r>
          </a:p>
          <a:p>
            <a:pPr algn="ctr"/>
            <a:r>
              <a:rPr lang="fr-FR" dirty="0"/>
              <a:t>   • Système de paiement sécurisé</a:t>
            </a:r>
          </a:p>
          <a:p>
            <a:pPr algn="ctr"/>
            <a:r>
              <a:rPr lang="fr-FR" dirty="0"/>
              <a:t>   • Gestion des transactions</a:t>
            </a:r>
          </a:p>
          <a:p>
            <a:pPr algn="ctr"/>
            <a:r>
              <a:rPr lang="fr-FR" dirty="0"/>
              <a:t>🔔 Notifications</a:t>
            </a:r>
          </a:p>
          <a:p>
            <a:pPr algn="ctr"/>
            <a:r>
              <a:rPr lang="fr-FR" dirty="0"/>
              <a:t>   • Alertes en temps réel</a:t>
            </a:r>
          </a:p>
          <a:p>
            <a:pPr algn="ctr"/>
            <a:r>
              <a:rPr lang="fr-FR" dirty="0"/>
              <a:t>   • Emails automatiques</a:t>
            </a:r>
          </a:p>
          <a:p>
            <a:pPr algn="ctr"/>
            <a:r>
              <a:rPr lang="fr-FR" dirty="0"/>
              <a:t>🌍 Internationalisation</a:t>
            </a:r>
          </a:p>
          <a:p>
            <a:pPr algn="ctr"/>
            <a:r>
              <a:rPr lang="fr-FR" dirty="0"/>
              <a:t>   • Support EN/FR</a:t>
            </a:r>
          </a:p>
          <a:p>
            <a:pPr algn="ctr"/>
            <a:r>
              <a:rPr lang="fr-FR" dirty="0"/>
              <a:t>   • Adaptation culturelle</a:t>
            </a:r>
          </a:p>
          <a:p>
            <a:pPr algn="ctr"/>
            <a:r>
              <a:rPr lang="fr-FR" dirty="0"/>
              <a:t>📊 Analytics</a:t>
            </a:r>
          </a:p>
          <a:p>
            <a:pPr algn="ctr"/>
            <a:r>
              <a:rPr lang="fr-FR" dirty="0"/>
              <a:t>   • Statistiques de visite</a:t>
            </a:r>
          </a:p>
          <a:p>
            <a:pPr algn="ctr"/>
            <a:r>
              <a:rPr lang="fr-FR" dirty="0"/>
              <a:t>   • Suivi des performances</a:t>
            </a:r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283005782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953</Words>
  <Application>Microsoft Office PowerPoint</Application>
  <PresentationFormat>Grand écran</PresentationFormat>
  <Paragraphs>248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NIANG AMSA</dc:creator>
  <cp:lastModifiedBy>NIANG AMSA</cp:lastModifiedBy>
  <cp:revision>1</cp:revision>
  <dcterms:created xsi:type="dcterms:W3CDTF">2026-07-14T20:47:37Z</dcterms:created>
  <dcterms:modified xsi:type="dcterms:W3CDTF">2026-07-14T21:00:17Z</dcterms:modified>
</cp:coreProperties>
</file>