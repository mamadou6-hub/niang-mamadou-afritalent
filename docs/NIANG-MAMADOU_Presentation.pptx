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041F9-66D5-A91A-A4A4-A8AED2ACA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7FE23FF-377A-ED72-6BC1-586715230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507DA5-B446-4D7C-89A0-20E1622E7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226663-819E-8E56-D13E-9D385030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4ECB21-7480-7069-2F90-9A98D0CE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76185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773276-055D-2BC1-E3B9-5A50C981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C1FC05-504C-F484-FFA2-11246D151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E7EEDB-E4D5-B52E-E7CB-F1F7C41A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1840BB-CEB4-AF39-7369-EAF23099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8CE78D-7AC6-14A2-146C-CF44C00DF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929979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1EC80-F90A-413A-D037-38BF0E0B7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C1437E-09B7-2035-62FE-58E21E0E8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ADC2AE-5FBB-0C1F-16C2-D1EA16555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4F0869-AAC8-31F1-5689-EA0CB269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08356A-904B-A80A-324E-1ECF708A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94503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C10F4E-7E86-156D-251C-EBEB770E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94B1F3-AC5A-45A7-E4D3-37EA54F9E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2A4E30-F468-09B3-127B-29AA2225C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FC277B-5984-F756-CD08-3787D8832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492530-D5C5-9264-7653-D172B0E84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CA6595-876C-E51F-0400-2A5CC7A38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908319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8373E-A1EC-34B0-A5F4-C470FB6B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CA32FC-79DA-6AA9-CAE6-EC801FAD7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61DCE3-DD82-F36E-A3A0-B10C0B588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2DC3F02-D17D-9EED-880B-2E7B59829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E87D1A6-C013-2DB3-D5D8-D5FCE34ED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FE2C3F5-C839-E25C-2FC0-85761AD85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03E56F4-C0E0-4B5D-C720-2134AC736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B0116EB-A733-6C80-DE0B-B6BB911C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15462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0443FE-2F66-0A5C-C94B-3BC59D31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1869FBB-E6FE-59B8-FFF5-986C46B93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22BE25D-25A3-343E-2929-B9D14978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D13E81-91A2-F944-C99F-F4A66462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21296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06E43F3-8ABC-84AE-DA5C-D75395FC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4188768-EDEE-8360-0BD8-D1F99C29F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A5ACC5-604C-AC87-4787-F75A32E2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4641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852705-D3FB-7A0A-2C71-37396A1B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9F0939-DFD5-4916-2A45-EC3727F53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CBEEA5-7E74-E6F7-7981-1BF8314E1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3E48A5-C44F-E1A6-0827-936258459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DE76CA-B5CB-7C47-7C10-EB80CB70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DD5D8B-5EE5-F96C-2CD6-E8B14956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17169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09426B-1C95-CD9F-984D-C4E3A8C5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BBBC9E-786B-30BB-4974-F4F910441F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FB6AF5-8C20-DD6F-374B-DB3398426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4FA987-D028-0396-0906-70CCD13B0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16BB00-34FA-6EAC-1A59-79B9A0582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3D9AE8-B57A-4D27-E4F9-0743C85F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714799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9836BE-B1A1-DF19-F59A-B0A6A808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2A416A6-D976-149F-804F-61EC367E9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588BBD-0A7B-92BA-D5ED-C4DD7AA6C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0CC228-FBC0-2F9F-07B5-E61E88FE7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1B7724-5E5E-5481-D9AC-19164D75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15426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B9B8CA6-8366-833C-729E-2536F03446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6299F3-6405-7855-F30C-57D89569F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43CD8B-96A7-9D6F-B875-9670DBFEA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220141-BA2E-68CC-DD2A-1531D07C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E15955-0611-D09E-A362-C285E39B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593800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853C08E-C062-A08E-D30D-02E08FE1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911F9D-3D21-0519-1DDB-13C5629EA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B13187-1F7C-ACEE-8847-AD0E40201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94771-8AA8-4EB8-BD97-327C3159703A}" type="datetimeFigureOut">
              <a:rPr lang="fr-SN" smtClean="0"/>
              <a:t>17/06/2026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4BC9DB-6425-0687-273C-3A69DBB847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DB2D46-2401-AB85-F429-48BE4DF09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8D79A-4BDD-45C8-BAB1-9C1D00222D47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97867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08AE59B-4A9B-3592-6D76-59E7078CAECB}"/>
              </a:ext>
            </a:extLst>
          </p:cNvPr>
          <p:cNvSpPr txBox="1"/>
          <p:nvPr/>
        </p:nvSpPr>
        <p:spPr>
          <a:xfrm>
            <a:off x="914400" y="571500"/>
            <a:ext cx="10401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🌍 AFRI TALENT</a:t>
            </a:r>
          </a:p>
          <a:p>
            <a:r>
              <a:rPr lang="fr-FR" b="1" dirty="0"/>
              <a:t>Plateforme de Freelances Africains</a:t>
            </a:r>
          </a:p>
          <a:p>
            <a:endParaRPr lang="fr-FR" b="1" dirty="0"/>
          </a:p>
          <a:p>
            <a:r>
              <a:rPr lang="fr-FR" b="1" dirty="0"/>
              <a:t>Présentation du Projet</a:t>
            </a:r>
          </a:p>
          <a:p>
            <a:endParaRPr lang="fr-FR" b="1" dirty="0"/>
          </a:p>
          <a:p>
            <a:r>
              <a:rPr lang="fr-FR" b="1" dirty="0"/>
              <a:t>Auteur : Niang Hamza</a:t>
            </a:r>
          </a:p>
          <a:p>
            <a:r>
              <a:rPr lang="fr-FR" b="1" dirty="0"/>
              <a:t>Promotion : L1 Cybersécurité</a:t>
            </a:r>
          </a:p>
          <a:p>
            <a:r>
              <a:rPr lang="fr-FR" b="1" dirty="0"/>
              <a:t>Année : 2025 - 2026</a:t>
            </a:r>
          </a:p>
          <a:p>
            <a:endParaRPr lang="fr-FR" b="1" dirty="0"/>
          </a:p>
          <a:p>
            <a:r>
              <a:rPr lang="fr-FR" b="1" dirty="0"/>
              <a:t>[Logo </a:t>
            </a:r>
            <a:r>
              <a:rPr lang="fr-FR" b="1" dirty="0" err="1"/>
              <a:t>AfriTalent</a:t>
            </a:r>
            <a:r>
              <a:rPr lang="fr-FR" b="1" dirty="0"/>
              <a:t>]</a:t>
            </a:r>
            <a:endParaRPr lang="fr-SN" b="1" dirty="0"/>
          </a:p>
        </p:txBody>
      </p:sp>
    </p:spTree>
    <p:extLst>
      <p:ext uri="{BB962C8B-B14F-4D97-AF65-F5344CB8AC3E}">
        <p14:creationId xmlns:p14="http://schemas.microsoft.com/office/powerpoint/2010/main" val="3823816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B40ADA5-7153-1C99-CDCC-CF620684508F}"/>
              </a:ext>
            </a:extLst>
          </p:cNvPr>
          <p:cNvSpPr txBox="1"/>
          <p:nvPr/>
        </p:nvSpPr>
        <p:spPr>
          <a:xfrm>
            <a:off x="342900" y="274320"/>
            <a:ext cx="113385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📋 PLAN DE LA PRÉSENTATION</a:t>
            </a:r>
          </a:p>
          <a:p>
            <a:endParaRPr lang="fr-FR" b="1" dirty="0"/>
          </a:p>
          <a:p>
            <a:r>
              <a:rPr lang="fr-FR" b="1" dirty="0"/>
              <a:t>1. Contexte et objectifs</a:t>
            </a:r>
          </a:p>
          <a:p>
            <a:r>
              <a:rPr lang="fr-FR" b="1" dirty="0"/>
              <a:t>2. Architecture du site</a:t>
            </a:r>
          </a:p>
          <a:p>
            <a:r>
              <a:rPr lang="fr-FR" b="1" dirty="0"/>
              <a:t>3. Fonctionnalités interactives</a:t>
            </a:r>
          </a:p>
          <a:p>
            <a:r>
              <a:rPr lang="fr-FR" b="1" dirty="0"/>
              <a:t>4. Démonstration en direct</a:t>
            </a:r>
          </a:p>
          <a:p>
            <a:r>
              <a:rPr lang="fr-FR" b="1" dirty="0"/>
              <a:t>5. Technologies utilisées</a:t>
            </a:r>
          </a:p>
          <a:p>
            <a:r>
              <a:rPr lang="fr-FR" b="1" dirty="0"/>
              <a:t>6. Difficultés rencontrées</a:t>
            </a:r>
          </a:p>
          <a:p>
            <a:r>
              <a:rPr lang="fr-FR" b="1" dirty="0"/>
              <a:t>7. Compétences acquises</a:t>
            </a:r>
          </a:p>
          <a:p>
            <a:r>
              <a:rPr lang="fr-FR" b="1" dirty="0"/>
              <a:t>8. Perspectives d'évolution</a:t>
            </a:r>
          </a:p>
          <a:p>
            <a:r>
              <a:rPr lang="fr-FR" b="1" dirty="0"/>
              <a:t>9. Conclusion</a:t>
            </a:r>
            <a:endParaRPr lang="fr-SN" b="1" dirty="0"/>
          </a:p>
        </p:txBody>
      </p:sp>
    </p:spTree>
    <p:extLst>
      <p:ext uri="{BB962C8B-B14F-4D97-AF65-F5344CB8AC3E}">
        <p14:creationId xmlns:p14="http://schemas.microsoft.com/office/powerpoint/2010/main" val="1275434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5BE2C-7D7C-037F-71D4-F8E5035D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D369CEE-5D67-32EA-0CCB-47808B6A632B}"/>
              </a:ext>
            </a:extLst>
          </p:cNvPr>
          <p:cNvSpPr txBox="1"/>
          <p:nvPr/>
        </p:nvSpPr>
        <p:spPr>
          <a:xfrm>
            <a:off x="457200" y="388620"/>
            <a:ext cx="111099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🌍 CONTEXTE DU PROJET</a:t>
            </a:r>
          </a:p>
          <a:p>
            <a:endParaRPr lang="fr-FR" b="1" dirty="0"/>
          </a:p>
          <a:p>
            <a:r>
              <a:rPr lang="fr-FR" b="1" dirty="0"/>
              <a:t>📌 Constat :</a:t>
            </a:r>
          </a:p>
          <a:p>
            <a:r>
              <a:rPr lang="fr-FR" b="1" dirty="0"/>
              <a:t>L'Afrique regorge de talents numériques exceptionnels</a:t>
            </a:r>
          </a:p>
          <a:p>
            <a:r>
              <a:rPr lang="fr-FR" b="1" dirty="0"/>
              <a:t>mais manque de visibilité sur la scène internationale.</a:t>
            </a:r>
          </a:p>
          <a:p>
            <a:endParaRPr lang="fr-FR" b="1" dirty="0"/>
          </a:p>
          <a:p>
            <a:r>
              <a:rPr lang="fr-FR" b="1" dirty="0"/>
              <a:t>🎯 Objectif :</a:t>
            </a:r>
          </a:p>
          <a:p>
            <a:r>
              <a:rPr lang="fr-FR" b="1" dirty="0"/>
              <a:t>Créer une plateforme pour connecter les freelances</a:t>
            </a:r>
          </a:p>
          <a:p>
            <a:r>
              <a:rPr lang="fr-FR" b="1" dirty="0"/>
              <a:t>africains avec des clients du monde entier.</a:t>
            </a:r>
          </a:p>
          <a:p>
            <a:endParaRPr lang="fr-FR" b="1" dirty="0"/>
          </a:p>
          <a:p>
            <a:r>
              <a:rPr lang="fr-FR" b="1" dirty="0"/>
              <a:t>💡 Solution :</a:t>
            </a:r>
          </a:p>
          <a:p>
            <a:r>
              <a:rPr lang="fr-FR" b="1" dirty="0" err="1"/>
              <a:t>AfriTalent</a:t>
            </a:r>
            <a:r>
              <a:rPr lang="fr-FR" b="1" dirty="0"/>
              <a:t> - Une vitrine professionnelle pour les</a:t>
            </a:r>
          </a:p>
          <a:p>
            <a:r>
              <a:rPr lang="fr-FR" b="1" dirty="0"/>
              <a:t>talents africains.</a:t>
            </a:r>
          </a:p>
          <a:p>
            <a:endParaRPr lang="fr-FR" b="1" dirty="0"/>
          </a:p>
          <a:p>
            <a:r>
              <a:rPr lang="fr-FR" b="1" dirty="0"/>
              <a:t>📊 Statistiques :</a:t>
            </a:r>
          </a:p>
          <a:p>
            <a:r>
              <a:rPr lang="fr-FR" b="1" dirty="0"/>
              <a:t>• 1200+ Freelances</a:t>
            </a:r>
          </a:p>
          <a:p>
            <a:r>
              <a:rPr lang="fr-FR" b="1" dirty="0"/>
              <a:t>• 45 Pays représentés</a:t>
            </a:r>
          </a:p>
          <a:p>
            <a:r>
              <a:rPr lang="fr-FR" b="1" dirty="0"/>
              <a:t>• 3800+ Projets réalisés</a:t>
            </a:r>
            <a:endParaRPr lang="fr-SN" b="1" dirty="0"/>
          </a:p>
        </p:txBody>
      </p:sp>
    </p:spTree>
    <p:extLst>
      <p:ext uri="{BB962C8B-B14F-4D97-AF65-F5344CB8AC3E}">
        <p14:creationId xmlns:p14="http://schemas.microsoft.com/office/powerpoint/2010/main" val="1263874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938E1-9787-9849-2D95-E6D1347C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C83B4CD-07AA-EED7-AFB6-1A984EA67C08}"/>
              </a:ext>
            </a:extLst>
          </p:cNvPr>
          <p:cNvSpPr txBox="1"/>
          <p:nvPr/>
        </p:nvSpPr>
        <p:spPr>
          <a:xfrm>
            <a:off x="571500" y="251460"/>
            <a:ext cx="108813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fr-SN" b="1" dirty="0"/>
              <a:t>🎯 OBJECTIFS DU SITE</a:t>
            </a:r>
          </a:p>
          <a:p>
            <a:pPr latinLnBrk="1"/>
            <a:endParaRPr lang="fr-SN" b="1" dirty="0"/>
          </a:p>
          <a:p>
            <a:pPr latinLnBrk="1"/>
            <a:r>
              <a:rPr lang="fr-SN" b="1" dirty="0"/>
              <a:t>✅ Présenter les freelances par catégorie</a:t>
            </a:r>
          </a:p>
          <a:p>
            <a:pPr latinLnBrk="1"/>
            <a:r>
              <a:rPr lang="fr-SN" b="1" dirty="0"/>
              <a:t>   (Web, Design, Marketing, Mobile, Data)</a:t>
            </a:r>
          </a:p>
          <a:p>
            <a:pPr latinLnBrk="1"/>
            <a:endParaRPr lang="fr-SN" b="1" dirty="0"/>
          </a:p>
          <a:p>
            <a:pPr latinLnBrk="1"/>
            <a:r>
              <a:rPr lang="fr-SN" b="1" dirty="0"/>
              <a:t>✅ Offrir une interface moderne et responsive</a:t>
            </a:r>
          </a:p>
          <a:p>
            <a:pPr latinLnBrk="1"/>
            <a:r>
              <a:rPr lang="fr-SN" b="1" dirty="0"/>
              <a:t>   (Mobile-first design)</a:t>
            </a:r>
          </a:p>
          <a:p>
            <a:pPr latinLnBrk="1"/>
            <a:endParaRPr lang="fr-SN" b="1" dirty="0"/>
          </a:p>
          <a:p>
            <a:pPr latinLnBrk="1"/>
            <a:r>
              <a:rPr lang="fr-SN" b="1" dirty="0"/>
              <a:t>✅ Proposer des interactions dynamiques</a:t>
            </a:r>
          </a:p>
          <a:p>
            <a:pPr latinLnBrk="1"/>
            <a:r>
              <a:rPr lang="fr-SN" b="1" dirty="0"/>
              <a:t>   • Filtrage sans rechargement</a:t>
            </a:r>
          </a:p>
          <a:p>
            <a:pPr latinLnBrk="1"/>
            <a:r>
              <a:rPr lang="fr-SN" b="1" dirty="0"/>
              <a:t>   • Compteurs animés au scroll</a:t>
            </a:r>
          </a:p>
          <a:p>
            <a:pPr latinLnBrk="1"/>
            <a:r>
              <a:rPr lang="fr-SN" b="1" dirty="0"/>
              <a:t>   • Animations fade-in</a:t>
            </a:r>
          </a:p>
          <a:p>
            <a:pPr latinLnBrk="1"/>
            <a:endParaRPr lang="fr-SN" b="1" dirty="0"/>
          </a:p>
          <a:p>
            <a:pPr latinLnBrk="1"/>
            <a:r>
              <a:rPr lang="fr-SN" b="1" dirty="0"/>
              <a:t>✅ Permettre le contact via un formulaire</a:t>
            </a:r>
          </a:p>
          <a:p>
            <a:pPr latinLnBrk="1"/>
            <a:r>
              <a:rPr lang="fr-SN" b="1" dirty="0"/>
              <a:t>   • Validation en temps</a:t>
            </a:r>
          </a:p>
          <a:p>
            <a:endParaRPr lang="fr-SN" b="1" dirty="0"/>
          </a:p>
        </p:txBody>
      </p:sp>
    </p:spTree>
    <p:extLst>
      <p:ext uri="{BB962C8B-B14F-4D97-AF65-F5344CB8AC3E}">
        <p14:creationId xmlns:p14="http://schemas.microsoft.com/office/powerpoint/2010/main" val="17857317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205</Words>
  <Application>Microsoft Office PowerPoint</Application>
  <PresentationFormat>Grand écran</PresentationFormat>
  <Paragraphs>54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NIANG AMSA</dc:creator>
  <cp:lastModifiedBy>NIANG AMSA</cp:lastModifiedBy>
  <cp:revision>1</cp:revision>
  <dcterms:created xsi:type="dcterms:W3CDTF">2026-06-17T21:51:49Z</dcterms:created>
  <dcterms:modified xsi:type="dcterms:W3CDTF">2026-06-17T22:03:18Z</dcterms:modified>
</cp:coreProperties>
</file>